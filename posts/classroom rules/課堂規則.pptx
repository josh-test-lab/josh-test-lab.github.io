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9" autoAdjust="0"/>
    <p:restoredTop sz="94660"/>
  </p:normalViewPr>
  <p:slideViewPr>
    <p:cSldViewPr snapToGrid="0">
      <p:cViewPr varScale="1">
        <p:scale>
          <a:sx n="84" d="100"/>
          <a:sy n="84" d="100"/>
        </p:scale>
        <p:origin x="36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4B2DC-0B45-4FB0-AF2E-83E2B28599F9}" type="datetimeFigureOut">
              <a:rPr lang="zh-TW" altLang="en-US" smtClean="0"/>
              <a:t>2026/1/20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588CCCB7-E7C0-4F3E-975A-4228736BFD0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149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4B2DC-0B45-4FB0-AF2E-83E2B28599F9}" type="datetimeFigureOut">
              <a:rPr lang="zh-TW" altLang="en-US" smtClean="0"/>
              <a:t>2026/1/20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CCCB7-E7C0-4F3E-975A-4228736BFD0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3055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C524B2DC-0B45-4FB0-AF2E-83E2B28599F9}" type="datetimeFigureOut">
              <a:rPr lang="zh-TW" altLang="en-US" smtClean="0"/>
              <a:t>2026/1/20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zh-TW" alt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588CCCB7-E7C0-4F3E-975A-4228736BFD0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166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4B2DC-0B45-4FB0-AF2E-83E2B28599F9}" type="datetimeFigureOut">
              <a:rPr lang="zh-TW" altLang="en-US" smtClean="0"/>
              <a:t>2026/1/20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CCCB7-E7C0-4F3E-975A-4228736BFD0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7150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4B2DC-0B45-4FB0-AF2E-83E2B28599F9}" type="datetimeFigureOut">
              <a:rPr lang="zh-TW" altLang="en-US" smtClean="0"/>
              <a:t>2026/1/20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CCCB7-E7C0-4F3E-975A-4228736BFD0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5482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4B2DC-0B45-4FB0-AF2E-83E2B28599F9}" type="datetimeFigureOut">
              <a:rPr lang="zh-TW" altLang="en-US" smtClean="0"/>
              <a:t>2026/1/20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CCCB7-E7C0-4F3E-975A-4228736BFD0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5796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4B2DC-0B45-4FB0-AF2E-83E2B28599F9}" type="datetimeFigureOut">
              <a:rPr lang="zh-TW" altLang="en-US" smtClean="0"/>
              <a:t>2026/1/20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CCCB7-E7C0-4F3E-975A-4228736BFD0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526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4B2DC-0B45-4FB0-AF2E-83E2B28599F9}" type="datetimeFigureOut">
              <a:rPr lang="zh-TW" altLang="en-US" smtClean="0"/>
              <a:t>2026/1/20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CCCB7-E7C0-4F3E-975A-4228736BFD0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0823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4B2DC-0B45-4FB0-AF2E-83E2B28599F9}" type="datetimeFigureOut">
              <a:rPr lang="zh-TW" altLang="en-US" smtClean="0"/>
              <a:t>2026/1/20</a:t>
            </a:fld>
            <a:endParaRPr lang="zh-TW" alt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CCCB7-E7C0-4F3E-975A-4228736BFD0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38407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4B2DC-0B45-4FB0-AF2E-83E2B28599F9}" type="datetimeFigureOut">
              <a:rPr lang="zh-TW" altLang="en-US" smtClean="0"/>
              <a:t>2026/1/20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CCCB7-E7C0-4F3E-975A-4228736BFD0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2544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4B2DC-0B45-4FB0-AF2E-83E2B28599F9}" type="datetimeFigureOut">
              <a:rPr lang="zh-TW" altLang="en-US" smtClean="0"/>
              <a:t>2026/1/20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CCCB7-E7C0-4F3E-975A-4228736BFD0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66735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C524B2DC-0B45-4FB0-AF2E-83E2B28599F9}" type="datetimeFigureOut">
              <a:rPr lang="zh-TW" altLang="en-US" smtClean="0"/>
              <a:t>2026/1/20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588CCCB7-E7C0-4F3E-975A-4228736BFD0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28388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192441-DC31-37B9-6A11-E6BCE723B0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課堂規則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0ED6A0B-3B11-A9AC-1194-B0E47FB724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3367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5ED856-27AD-CD77-0F6F-2ECAB69CA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教室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FF35EC4-8C67-C473-A079-F993F4D44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3000" dirty="0">
                <a:latin typeface="+mn-ea"/>
              </a:rPr>
              <a:t>上課保持安靜，禁止左右交談影響其他同學上課，有問題請舉手告訴老師</a:t>
            </a:r>
            <a:endParaRPr lang="en-US" altLang="zh-TW" sz="3000" dirty="0">
              <a:latin typeface="+mn-ea"/>
            </a:endParaRPr>
          </a:p>
          <a:p>
            <a:r>
              <a:rPr lang="zh-TW" altLang="en-US" sz="3000" dirty="0">
                <a:latin typeface="+mn-ea"/>
              </a:rPr>
              <a:t>要離開座位請舉手告訴老師</a:t>
            </a:r>
            <a:endParaRPr lang="en-US" altLang="zh-TW" sz="3000" dirty="0">
              <a:latin typeface="+mn-ea"/>
            </a:endParaRPr>
          </a:p>
          <a:p>
            <a:r>
              <a:rPr lang="zh-TW" altLang="en-US" sz="3000" dirty="0">
                <a:latin typeface="+mn-ea"/>
              </a:rPr>
              <a:t>禁止翹桌子、翹椅子</a:t>
            </a:r>
            <a:endParaRPr lang="en-US" altLang="zh-TW" sz="3000" dirty="0">
              <a:latin typeface="+mn-ea"/>
            </a:endParaRPr>
          </a:p>
          <a:p>
            <a:r>
              <a:rPr lang="zh-TW" altLang="en-US" sz="3000" dirty="0">
                <a:latin typeface="+mn-ea"/>
              </a:rPr>
              <a:t>拿出與課堂無關的物品，視情況收繳</a:t>
            </a:r>
            <a:endParaRPr lang="en-US" altLang="zh-TW" sz="3000" dirty="0">
              <a:latin typeface="+mn-ea"/>
            </a:endParaRPr>
          </a:p>
          <a:p>
            <a:r>
              <a:rPr lang="zh-TW" altLang="en-US" sz="3000" dirty="0">
                <a:latin typeface="+mn-ea"/>
              </a:rPr>
              <a:t>離開教室的行為，一次限一人，請舉手告訴老師</a:t>
            </a:r>
            <a:endParaRPr lang="en-US" altLang="zh-TW" sz="3000" dirty="0">
              <a:latin typeface="+mn-ea"/>
            </a:endParaRPr>
          </a:p>
          <a:p>
            <a:r>
              <a:rPr lang="zh-TW" altLang="en-US" sz="3000" dirty="0">
                <a:latin typeface="+mn-ea"/>
              </a:rPr>
              <a:t>此頁內容違者站立反省</a:t>
            </a:r>
            <a:r>
              <a:rPr lang="en-US" altLang="zh-TW" sz="3000" dirty="0">
                <a:latin typeface="+mn-ea"/>
              </a:rPr>
              <a:t>3</a:t>
            </a:r>
            <a:r>
              <a:rPr lang="zh-TW" altLang="en-US" sz="3000" dirty="0">
                <a:latin typeface="+mn-ea"/>
              </a:rPr>
              <a:t>分鐘，得連續執行</a:t>
            </a:r>
          </a:p>
        </p:txBody>
      </p:sp>
    </p:spTree>
    <p:extLst>
      <p:ext uri="{BB962C8B-B14F-4D97-AF65-F5344CB8AC3E}">
        <p14:creationId xmlns:p14="http://schemas.microsoft.com/office/powerpoint/2010/main" val="3551368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F89A04-ADB8-2D80-01E6-5CD768C39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食物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E480A94-643B-E61B-D0CF-63B68EFFD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3000" dirty="0"/>
              <a:t>除早上第一節課與下午第八節課，其餘時間禁止吃東西</a:t>
            </a:r>
            <a:endParaRPr lang="en-US" altLang="zh-TW" sz="3000" dirty="0"/>
          </a:p>
          <a:p>
            <a:endParaRPr lang="en-US" altLang="zh-TW" sz="3000" dirty="0"/>
          </a:p>
          <a:p>
            <a:endParaRPr lang="en-US" altLang="zh-TW" sz="3000" dirty="0"/>
          </a:p>
          <a:p>
            <a:endParaRPr lang="en-US" altLang="zh-TW" sz="3000" dirty="0"/>
          </a:p>
          <a:p>
            <a:endParaRPr lang="en-US" altLang="zh-TW" sz="3000" dirty="0"/>
          </a:p>
          <a:p>
            <a:endParaRPr lang="en-US" altLang="zh-TW" sz="3000" dirty="0"/>
          </a:p>
          <a:p>
            <a:r>
              <a:rPr lang="zh-TW" altLang="en-US" sz="3000" dirty="0">
                <a:latin typeface="+mn-ea"/>
              </a:rPr>
              <a:t>此頁內容視情況調整</a:t>
            </a:r>
          </a:p>
        </p:txBody>
      </p:sp>
    </p:spTree>
    <p:extLst>
      <p:ext uri="{BB962C8B-B14F-4D97-AF65-F5344CB8AC3E}">
        <p14:creationId xmlns:p14="http://schemas.microsoft.com/office/powerpoint/2010/main" val="503402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71B578-DD22-EE58-DA87-FFBAA1848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考試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DA104F5-8E89-D211-97F1-B7930F8A2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sz="3000" dirty="0">
                <a:latin typeface="+mn-ea"/>
              </a:rPr>
              <a:t>所有考試都應該將錯誤的地方訂正正確，並訂正</a:t>
            </a:r>
            <a:r>
              <a:rPr lang="en-US" altLang="zh-TW" sz="3000" dirty="0">
                <a:latin typeface="+mn-ea"/>
              </a:rPr>
              <a:t>3</a:t>
            </a:r>
            <a:r>
              <a:rPr lang="zh-TW" altLang="en-US" sz="3000" dirty="0">
                <a:latin typeface="+mn-ea"/>
              </a:rPr>
              <a:t>遍</a:t>
            </a:r>
            <a:endParaRPr lang="en-US" altLang="zh-TW" sz="3000" dirty="0">
              <a:latin typeface="+mn-ea"/>
            </a:endParaRPr>
          </a:p>
          <a:p>
            <a:r>
              <a:rPr lang="zh-TW" altLang="en-US" sz="3000" dirty="0">
                <a:latin typeface="+mn-ea"/>
              </a:rPr>
              <a:t>段考試卷應於分數處家長簽名</a:t>
            </a:r>
            <a:endParaRPr lang="en-US" altLang="zh-TW" sz="3000" dirty="0">
              <a:latin typeface="+mn-ea"/>
            </a:endParaRPr>
          </a:p>
          <a:p>
            <a:endParaRPr lang="en-US" altLang="zh-TW" sz="3000" dirty="0">
              <a:latin typeface="+mn-ea"/>
            </a:endParaRPr>
          </a:p>
          <a:p>
            <a:endParaRPr lang="en-US" altLang="zh-TW" sz="3000" dirty="0">
              <a:latin typeface="+mn-ea"/>
            </a:endParaRPr>
          </a:p>
          <a:p>
            <a:endParaRPr lang="en-US" altLang="zh-TW" sz="3000" dirty="0">
              <a:latin typeface="+mn-ea"/>
            </a:endParaRPr>
          </a:p>
          <a:p>
            <a:endParaRPr lang="en-US" altLang="zh-TW" sz="3000" dirty="0">
              <a:latin typeface="+mn-ea"/>
            </a:endParaRPr>
          </a:p>
          <a:p>
            <a:endParaRPr lang="en-US" altLang="zh-TW" sz="3000" dirty="0">
              <a:latin typeface="+mn-ea"/>
            </a:endParaRPr>
          </a:p>
          <a:p>
            <a:r>
              <a:rPr lang="zh-TW" altLang="en-US" sz="3000" dirty="0">
                <a:latin typeface="+mn-ea"/>
              </a:rPr>
              <a:t>此頁內容視情況調整</a:t>
            </a:r>
          </a:p>
        </p:txBody>
      </p:sp>
    </p:spTree>
    <p:extLst>
      <p:ext uri="{BB962C8B-B14F-4D97-AF65-F5344CB8AC3E}">
        <p14:creationId xmlns:p14="http://schemas.microsoft.com/office/powerpoint/2010/main" val="23058653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5A206F-79A4-6B1A-B75F-1AD50BD7A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作業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BF2E4F8-C591-74B0-E28F-08CC293685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3000" dirty="0">
                <a:latin typeface="+mn-ea"/>
              </a:rPr>
              <a:t>非請假或特殊理由，未寫或缺交作業應該到教務處外站立反省</a:t>
            </a:r>
            <a:r>
              <a:rPr lang="en-US" altLang="zh-TW" sz="3000" dirty="0">
                <a:latin typeface="+mn-ea"/>
              </a:rPr>
              <a:t>1</a:t>
            </a:r>
            <a:r>
              <a:rPr lang="zh-TW" altLang="en-US" sz="3000" dirty="0">
                <a:latin typeface="+mn-ea"/>
              </a:rPr>
              <a:t>節課，情節嚴重得視情況進行調整</a:t>
            </a:r>
            <a:endParaRPr lang="en-US" altLang="zh-TW" sz="3000" dirty="0">
              <a:latin typeface="+mn-ea"/>
            </a:endParaRPr>
          </a:p>
          <a:p>
            <a:r>
              <a:rPr lang="zh-TW" altLang="en-US" sz="3000">
                <a:latin typeface="+mn-ea"/>
              </a:rPr>
              <a:t>不會寫或</a:t>
            </a:r>
            <a:r>
              <a:rPr lang="zh-TW" altLang="en-US" sz="3000" dirty="0">
                <a:latin typeface="+mn-ea"/>
              </a:rPr>
              <a:t>對課堂內容有疑問，請下課尋找老師</a:t>
            </a:r>
            <a:endParaRPr lang="en-US" altLang="zh-TW" sz="3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481242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木刻字型">
  <a:themeElements>
    <a:clrScheme name="木刻字型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木刻字型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木刻字型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TM03090434[[fn=木刻字型]]</Template>
  <TotalTime>58</TotalTime>
  <Words>165</Words>
  <Application>Microsoft Office PowerPoint</Application>
  <PresentationFormat>寬螢幕</PresentationFormat>
  <Paragraphs>28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9" baseType="lpstr">
      <vt:lpstr>Rockwell</vt:lpstr>
      <vt:lpstr>Rockwell Condensed</vt:lpstr>
      <vt:lpstr>Wingdings</vt:lpstr>
      <vt:lpstr>木刻字型</vt:lpstr>
      <vt:lpstr>課堂規則</vt:lpstr>
      <vt:lpstr>教室</vt:lpstr>
      <vt:lpstr>食物</vt:lpstr>
      <vt:lpstr>考試</vt:lpstr>
      <vt:lpstr>作業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堯智 許</dc:creator>
  <cp:lastModifiedBy>堯智 許</cp:lastModifiedBy>
  <cp:revision>3</cp:revision>
  <dcterms:created xsi:type="dcterms:W3CDTF">2026-01-20T12:35:25Z</dcterms:created>
  <dcterms:modified xsi:type="dcterms:W3CDTF">2026-01-20T13:34:06Z</dcterms:modified>
</cp:coreProperties>
</file>