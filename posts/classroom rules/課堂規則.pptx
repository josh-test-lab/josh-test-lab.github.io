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14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305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TW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16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15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48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79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52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82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384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54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735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524B2DC-0B45-4FB0-AF2E-83E2B28599F9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88CCCB7-E7C0-4F3E-975A-4228736BFD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838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92441-DC31-37B9-6A11-E6BCE723B0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課堂規則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0ED6A0B-3B11-A9AC-1194-B0E47FB72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36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5ED856-27AD-CD77-0F6F-2ECAB69C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F35EC4-8C67-C473-A079-F993F4D44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>
                <a:latin typeface="+mn-ea"/>
              </a:rPr>
              <a:t>上課保持安靜，禁止左右交談影響其他同學上課，有問題請舉手告訴老師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要離開座位請舉手告訴老師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禁止翹桌子、翹椅子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拿出與課堂無關的物品，視情況收繳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離開教室的行為，一次限一人，請舉手告訴老師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此頁內容違者站立反省</a:t>
            </a:r>
            <a:r>
              <a:rPr lang="en-US" altLang="zh-TW" sz="3000" dirty="0">
                <a:latin typeface="+mn-ea"/>
              </a:rPr>
              <a:t>3</a:t>
            </a:r>
            <a:r>
              <a:rPr lang="zh-TW" altLang="en-US" sz="3000" dirty="0">
                <a:latin typeface="+mn-ea"/>
              </a:rPr>
              <a:t>分鐘，得連續執行</a:t>
            </a:r>
          </a:p>
        </p:txBody>
      </p:sp>
    </p:spTree>
    <p:extLst>
      <p:ext uri="{BB962C8B-B14F-4D97-AF65-F5344CB8AC3E}">
        <p14:creationId xmlns:p14="http://schemas.microsoft.com/office/powerpoint/2010/main" val="355136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89A04-ADB8-2D80-01E6-5CD768C3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食物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480A94-643B-E61B-D0CF-63B68EFFD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/>
              <a:t>除早上第一節課與下午第八節課，其餘時間禁止吃東西</a:t>
            </a:r>
            <a:endParaRPr lang="en-US" altLang="zh-TW" sz="3000" dirty="0"/>
          </a:p>
          <a:p>
            <a:endParaRPr lang="en-US" altLang="zh-TW" sz="3000" dirty="0"/>
          </a:p>
          <a:p>
            <a:endParaRPr lang="en-US" altLang="zh-TW" sz="3000" dirty="0"/>
          </a:p>
          <a:p>
            <a:endParaRPr lang="en-US" altLang="zh-TW" sz="3000" dirty="0"/>
          </a:p>
          <a:p>
            <a:endParaRPr lang="en-US" altLang="zh-TW" sz="3000" dirty="0"/>
          </a:p>
          <a:p>
            <a:endParaRPr lang="en-US" altLang="zh-TW" sz="3000" dirty="0"/>
          </a:p>
          <a:p>
            <a:r>
              <a:rPr lang="zh-TW" altLang="en-US" sz="3000" dirty="0">
                <a:latin typeface="+mn-ea"/>
              </a:rPr>
              <a:t>此頁內容視情況調整</a:t>
            </a:r>
          </a:p>
        </p:txBody>
      </p:sp>
    </p:spTree>
    <p:extLst>
      <p:ext uri="{BB962C8B-B14F-4D97-AF65-F5344CB8AC3E}">
        <p14:creationId xmlns:p14="http://schemas.microsoft.com/office/powerpoint/2010/main" val="50340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71B578-DD22-EE58-DA87-FFBAA184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考試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A104F5-8E89-D211-97F1-B7930F8A2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3000" dirty="0">
                <a:latin typeface="+mn-ea"/>
              </a:rPr>
              <a:t>所有考試都應該將錯誤的地方訂正正確，並訂正</a:t>
            </a:r>
            <a:r>
              <a:rPr lang="en-US" altLang="zh-TW" sz="3000" dirty="0">
                <a:latin typeface="+mn-ea"/>
              </a:rPr>
              <a:t>3</a:t>
            </a:r>
            <a:r>
              <a:rPr lang="zh-TW" altLang="en-US" sz="3000" dirty="0">
                <a:latin typeface="+mn-ea"/>
              </a:rPr>
              <a:t>遍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段考試卷應於分數處家長簽名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除特殊情況，每堂課都有小考，考試內容為先前上課範圍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小考沒有滿分需要補考，未補考者先通知導師，嚴重者通知家長</a:t>
            </a:r>
            <a:endParaRPr lang="en-US" altLang="zh-TW" sz="3000" dirty="0">
              <a:latin typeface="+mn-ea"/>
            </a:endParaRPr>
          </a:p>
          <a:p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此頁內容視情況調整</a:t>
            </a:r>
          </a:p>
        </p:txBody>
      </p:sp>
    </p:spTree>
    <p:extLst>
      <p:ext uri="{BB962C8B-B14F-4D97-AF65-F5344CB8AC3E}">
        <p14:creationId xmlns:p14="http://schemas.microsoft.com/office/powerpoint/2010/main" val="2305865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A206F-79A4-6B1A-B75F-1AD50BD7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F2E4F8-C591-74B0-E28F-08CC29368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>
                <a:latin typeface="+mn-ea"/>
              </a:rPr>
              <a:t>非請假或特殊理由，未寫或缺交作業應該到教務處外站立反省</a:t>
            </a:r>
            <a:r>
              <a:rPr lang="en-US" altLang="zh-TW" sz="3000" dirty="0">
                <a:latin typeface="+mn-ea"/>
              </a:rPr>
              <a:t>1</a:t>
            </a:r>
            <a:r>
              <a:rPr lang="zh-TW" altLang="en-US" sz="3000" dirty="0">
                <a:latin typeface="+mn-ea"/>
              </a:rPr>
              <a:t>節課，情節嚴重得視情況進行調整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不會寫或對課堂內容有疑問，請下課尋找老師</a:t>
            </a:r>
            <a:endParaRPr lang="en-US" altLang="zh-TW" sz="3000" dirty="0">
              <a:latin typeface="+mn-ea"/>
            </a:endParaRPr>
          </a:p>
          <a:p>
            <a:endParaRPr lang="en-US" altLang="zh-TW" sz="3000" dirty="0">
              <a:latin typeface="+mn-ea"/>
            </a:endParaRPr>
          </a:p>
          <a:p>
            <a:endParaRPr lang="en-US" altLang="zh-TW" sz="3000" dirty="0">
              <a:latin typeface="+mn-ea"/>
            </a:endParaRPr>
          </a:p>
          <a:p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未完成作業者下課找老師補齊，嚴重者通知導師及家長</a:t>
            </a:r>
            <a:endParaRPr lang="en-US" altLang="zh-TW" sz="3000" dirty="0">
              <a:latin typeface="+mn-ea"/>
            </a:endParaRPr>
          </a:p>
          <a:p>
            <a:pPr marL="0" indent="0">
              <a:buNone/>
            </a:pPr>
            <a:endParaRPr lang="en-US" altLang="zh-TW" sz="3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812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0D3A2-E56C-4794-B76E-E86D2D73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小老師職責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98FFB7-AE58-46DD-B8CA-AE2A37B00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000" dirty="0">
                <a:latin typeface="+mn-ea"/>
              </a:rPr>
              <a:t>前一節課下課馬上來詢問這節課是否要拿東西以及是否要考試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上課有說作業或考試內容直接寫到聯絡簿，上課沒說就下課問老師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下課登記小考成績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>
                <a:latin typeface="+mn-ea"/>
              </a:rPr>
              <a:t>早自習登記</a:t>
            </a:r>
            <a:r>
              <a:rPr lang="zh-TW" altLang="en-US" sz="3000" dirty="0">
                <a:latin typeface="+mn-ea"/>
              </a:rPr>
              <a:t>作業繳交及</a:t>
            </a:r>
            <a:r>
              <a:rPr lang="zh-TW" altLang="en-US" sz="3000">
                <a:latin typeface="+mn-ea"/>
              </a:rPr>
              <a:t>作業成績，並將作業繳交到老師桌上</a:t>
            </a:r>
            <a:endParaRPr lang="en-US" altLang="zh-TW" sz="3000" dirty="0">
              <a:latin typeface="+mn-ea"/>
            </a:endParaRPr>
          </a:p>
          <a:p>
            <a:r>
              <a:rPr lang="zh-TW" altLang="en-US" sz="3000" dirty="0">
                <a:latin typeface="+mn-ea"/>
              </a:rPr>
              <a:t>其他事務</a:t>
            </a:r>
            <a:endParaRPr lang="en-US" altLang="zh-TW" sz="3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14024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木刻字型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刻字型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刻字型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TM03090434[[fn=木刻字型]]</Template>
  <TotalTime>65</TotalTime>
  <Words>277</Words>
  <Application>Microsoft Office PowerPoint</Application>
  <PresentationFormat>寬螢幕</PresentationFormat>
  <Paragraphs>36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標楷體</vt:lpstr>
      <vt:lpstr>Rockwell</vt:lpstr>
      <vt:lpstr>Rockwell Condensed</vt:lpstr>
      <vt:lpstr>Wingdings</vt:lpstr>
      <vt:lpstr>木刻字型</vt:lpstr>
      <vt:lpstr>課堂規則</vt:lpstr>
      <vt:lpstr>教室</vt:lpstr>
      <vt:lpstr>食物</vt:lpstr>
      <vt:lpstr>考試</vt:lpstr>
      <vt:lpstr>作業</vt:lpstr>
      <vt:lpstr>小老師職責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課堂規則</dc:title>
  <dc:creator>堯智 許</dc:creator>
  <cp:lastModifiedBy>user</cp:lastModifiedBy>
  <cp:revision>7</cp:revision>
  <dcterms:created xsi:type="dcterms:W3CDTF">2026-01-20T12:35:25Z</dcterms:created>
  <dcterms:modified xsi:type="dcterms:W3CDTF">2026-01-21T02:00:22Z</dcterms:modified>
</cp:coreProperties>
</file>