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14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69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48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71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48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64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7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7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01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0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43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12DB48-BA7C-4BC4-B23F-EBEE82D37CE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D5E48FF-CCD8-48B8-926C-9BCF136A436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74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AD900B-76B4-440B-81CC-37C0A8B9C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114-2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七年級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2B0D385-A5FC-4493-AE17-1AE31A2EB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97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44F4D5-3FF3-4CD4-A072-1E0F0DA2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段考範圍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28DAC-9827-45D3-B2C2-6E500648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第一次段考：</a:t>
            </a:r>
            <a:r>
              <a:rPr lang="en-US" altLang="zh-TW" sz="3000" dirty="0"/>
              <a:t>1-1~2-1</a:t>
            </a:r>
          </a:p>
          <a:p>
            <a:endParaRPr lang="en-US" altLang="zh-TW" sz="3000" dirty="0"/>
          </a:p>
          <a:p>
            <a:r>
              <a:rPr lang="zh-TW" altLang="en-US" sz="3000" dirty="0"/>
              <a:t>第二次段考：</a:t>
            </a:r>
            <a:r>
              <a:rPr lang="en-US" altLang="zh-TW" sz="3000" dirty="0"/>
              <a:t>2-2~3-2</a:t>
            </a:r>
            <a:endParaRPr lang="zh-TW" altLang="en-US" sz="3000" dirty="0"/>
          </a:p>
          <a:p>
            <a:endParaRPr lang="en-US" altLang="zh-TW" sz="3000" dirty="0"/>
          </a:p>
          <a:p>
            <a:r>
              <a:rPr lang="zh-TW" altLang="en-US" sz="3000" dirty="0"/>
              <a:t>第三次段考：</a:t>
            </a:r>
            <a:r>
              <a:rPr lang="en-US" altLang="zh-TW" sz="3000" dirty="0"/>
              <a:t>4-1~6-1</a:t>
            </a:r>
            <a:endParaRPr lang="zh-TW" altLang="en-US" sz="3000" dirty="0"/>
          </a:p>
          <a:p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96924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FE86C-CA69-4AB1-A80C-B0E2D548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考試與作業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73C3B4-7DA4-4CD1-AAC4-379F06D77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每節小考，每天都有作業</a:t>
            </a:r>
            <a:endParaRPr lang="en-US" altLang="zh-TW" sz="3000" dirty="0"/>
          </a:p>
          <a:p>
            <a:endParaRPr lang="en-US" altLang="zh-TW" sz="3000" dirty="0"/>
          </a:p>
          <a:p>
            <a:r>
              <a:rPr lang="zh-TW" altLang="en-US" sz="3000"/>
              <a:t>未完成者將有寒假作業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69338450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41</Words>
  <Application>Microsoft Office PowerPoint</Application>
  <PresentationFormat>寬螢幕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微軟正黑體</vt:lpstr>
      <vt:lpstr>新細明體</vt:lpstr>
      <vt:lpstr>標楷體</vt:lpstr>
      <vt:lpstr>Calibri</vt:lpstr>
      <vt:lpstr>Calibri Light</vt:lpstr>
      <vt:lpstr>回顧</vt:lpstr>
      <vt:lpstr>114-2 七年級</vt:lpstr>
      <vt:lpstr>段考範圍</vt:lpstr>
      <vt:lpstr>考試與作業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114-2 七年級</dc:title>
  <dc:creator>user</dc:creator>
  <cp:lastModifiedBy>user</cp:lastModifiedBy>
  <cp:revision>2</cp:revision>
  <dcterms:created xsi:type="dcterms:W3CDTF">2026-01-21T01:54:04Z</dcterms:created>
  <dcterms:modified xsi:type="dcterms:W3CDTF">2026-01-21T01:59:27Z</dcterms:modified>
</cp:coreProperties>
</file>